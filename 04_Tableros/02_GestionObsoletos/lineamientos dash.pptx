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CA19A4-85B3-34DC-DB8F-4DD766931F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B23AE5-B8AE-D9B3-6FE4-4C68B262A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2A9E75-374A-154B-138A-ECBF1BBB2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0545-FFE9-42BA-988D-F837D174ABE4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F79D28-DC01-6938-7BD9-75B09DBC8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318E3D-051F-A750-7C96-DF10F4FC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485D-6EE3-4616-8244-75B2037489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9976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EAA3C-7609-095B-F896-41F6AB66E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7696F5-23EF-19DC-D17A-8107F7A35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0CD169-2682-15D1-4B9C-DD70DE391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0545-FFE9-42BA-988D-F837D174ABE4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5D96FE-F494-7A29-DAE2-115224D22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A37C2D-6593-6AA5-3892-4C9D58A0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485D-6EE3-4616-8244-75B2037489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7583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2DFA3C-412B-8960-8900-DCD43A73F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D74DC4-4BB7-572F-826C-72CA65EE3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0D83E8-FD2D-5402-B5DE-AB66D81FC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0545-FFE9-42BA-988D-F837D174ABE4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C0E5D0-11E9-6F4F-810C-0080123B0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7D86D3-520D-3AD1-E8D7-7334DDF64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485D-6EE3-4616-8244-75B2037489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67598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1F60B0-2605-73A5-F3ED-C651153BD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47DDF0-8502-6326-AA1D-F3F7602F9B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490C5D-CD96-6974-6D6A-46A2724EB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827DACA-B9E8-64BD-16CC-3AFB3D13D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0545-FFE9-42BA-988D-F837D174ABE4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B51F20-4162-C587-20CB-3384F5C03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6C75AF-C6A1-5080-61E8-34AFAC5F4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485D-6EE3-4616-8244-75B2037489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98340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B58CEE-640A-7923-766B-E1114C1B8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CA17AE-3C98-E82C-B8FD-55EC0DA80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1A83E28-E035-4F2F-0DBE-2AEE4EB43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28AD0A7-654F-3CD1-21CB-13132A6C1C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92BD5BA-D49A-AE01-24E5-18E426C01F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E0AD2B2-87B1-9B37-01D3-3C9C22876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0545-FFE9-42BA-988D-F837D174ABE4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34DAFB4-0CA5-D1B0-43FF-D449BEE4C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BC9939-85C9-E338-B9E9-5B002EF94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485D-6EE3-4616-8244-75B2037489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02449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D53724-66E4-B6D5-F4C2-A3A597672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C75B0C7-755A-D67D-7209-18D16EC65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0545-FFE9-42BA-988D-F837D174ABE4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5CC479D-3EE5-91E7-9B34-C1E013A7B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6F2DB8C-A852-64B5-D0AB-6D28B7697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485D-6EE3-4616-8244-75B2037489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18313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6978294-1ABD-47AE-A71A-42ACEC496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0545-FFE9-42BA-988D-F837D174ABE4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AE28661-3A26-9F86-E4CF-46654E854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30FD49-CA71-8710-CB7C-DAB4DD938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485D-6EE3-4616-8244-75B2037489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75851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018D20-FCA7-D57C-4D53-22BD3230E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FFC6B0-D787-0E5C-2D3C-523D25738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2A2DBE-73D7-F9FD-0433-36130A703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7C59EE-ACC0-5F20-4575-EAD790E3D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0545-FFE9-42BA-988D-F837D174ABE4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6CC59E-BCF4-B55E-35E3-D7EF6C4E2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13E8070-6063-4A94-F724-A352714EC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485D-6EE3-4616-8244-75B2037489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38999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1F80C3-4143-4EB4-1F39-2682E70FC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9C664D9-C0E1-8768-F62B-1667AE3540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65EB782-BDE8-F7E8-CD12-9CD699B0F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7804F49-7DFC-69FB-EEF4-467FD1C85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0545-FFE9-42BA-988D-F837D174ABE4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205CE4-EE8F-8CB8-4358-5DF5606F7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AB3BDE-399F-B15E-DAFE-0D7AD0F94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485D-6EE3-4616-8244-75B2037489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12977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821CF3-C0A5-068B-4699-7C8B3A123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FFCE259-4A98-1971-E31E-2AEF7BE811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A949FD-6C95-F332-9701-174E38215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0545-FFE9-42BA-988D-F837D174ABE4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12D95E-39AD-0F86-F549-BB123F5B6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318427-FFE4-F256-2961-17654586C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485D-6EE3-4616-8244-75B2037489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52262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1C92DE9-0CDF-CC75-B3F7-93C8CC58A9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000340F-DCD3-9E7A-8D82-A737EB23F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EA3F00-8CAD-38D2-661D-9B6765D44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0545-FFE9-42BA-988D-F837D174ABE4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B43275-617D-2C1A-3BD7-FAD8A679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6C7930-DCB5-FF61-DCB7-3D14C6EE5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485D-6EE3-4616-8244-75B2037489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16134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09FD415-360F-22B1-AC43-0520EB8F8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6228A3-1111-48FA-CC35-060227EE1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BEF074-66FC-B183-3AC4-9352F98ED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E0545-FFE9-42BA-988D-F837D174ABE4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2B121E-871B-501F-9CA5-5BA47331F2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E368C-B8F6-E511-C6EA-474B2775D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B485D-6EE3-4616-8244-75B2037489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12688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2DBA818-16B4-4F77-6A22-19676F622EA8}"/>
              </a:ext>
            </a:extLst>
          </p:cNvPr>
          <p:cNvSpPr txBox="1"/>
          <p:nvPr/>
        </p:nvSpPr>
        <p:spPr>
          <a:xfrm>
            <a:off x="2107095" y="655981"/>
            <a:ext cx="8812695" cy="5400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Gestión de “Liquidación de Obsoletos” y “bloqueo local”</a:t>
            </a:r>
          </a:p>
          <a:p>
            <a:endParaRPr lang="es-MX" dirty="0"/>
          </a:p>
          <a:p>
            <a:r>
              <a:rPr lang="es-MX" b="1" dirty="0"/>
              <a:t>Objetivo: </a:t>
            </a:r>
            <a:r>
              <a:rPr lang="es-MX" dirty="0"/>
              <a:t>mostrar el avance de las campañas, por stock, variación semanal y variación desde que inicio la campaña; </a:t>
            </a:r>
          </a:p>
          <a:p>
            <a:r>
              <a:rPr lang="es-MX" dirty="0"/>
              <a:t>(Domingo será los cortes semanales)</a:t>
            </a:r>
          </a:p>
          <a:p>
            <a:endParaRPr lang="es-MX" dirty="0"/>
          </a:p>
          <a:p>
            <a:r>
              <a:rPr lang="es-MX" b="1" dirty="0"/>
              <a:t>Frecuencia: </a:t>
            </a:r>
            <a:r>
              <a:rPr lang="es-MX" dirty="0"/>
              <a:t>cada 2 meses (inicia el primer lunes de cada mes)</a:t>
            </a:r>
          </a:p>
          <a:p>
            <a:r>
              <a:rPr lang="es-PE" dirty="0"/>
              <a:t>'</a:t>
            </a:r>
            <a:r>
              <a:rPr lang="es-PE" dirty="0" err="1"/>
              <a:t>dim_estado_cia</a:t>
            </a:r>
            <a:r>
              <a:rPr lang="es-PE" dirty="0"/>
              <a:t>'[</a:t>
            </a:r>
            <a:r>
              <a:rPr lang="es-PE" dirty="0" err="1"/>
              <a:t>nombre_estado_cia</a:t>
            </a:r>
            <a:r>
              <a:rPr lang="es-PE" dirty="0"/>
              <a:t>] = "obsoleto“, “bloque local”</a:t>
            </a:r>
          </a:p>
          <a:p>
            <a:endParaRPr lang="es-MX" dirty="0"/>
          </a:p>
          <a:p>
            <a:endParaRPr lang="es-MX" dirty="0"/>
          </a:p>
          <a:p>
            <a:r>
              <a:rPr lang="es-MX" b="1" dirty="0"/>
              <a:t>Liquidación Obsoletos (Actual)</a:t>
            </a:r>
          </a:p>
          <a:p>
            <a:r>
              <a:rPr lang="es-MX" dirty="0"/>
              <a:t>Inicio: lunes 1 de Junio</a:t>
            </a:r>
          </a:p>
          <a:p>
            <a:r>
              <a:rPr lang="es-MX" dirty="0"/>
              <a:t>Termina: domingo 2 agosto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s-MX" dirty="0">
                <a:sym typeface="Wingdings" panose="05000000000000000000" pitchFamily="2" charset="2"/>
              </a:rPr>
              <a:t>Nueva liquidación lunes 3 agosto hasta domingo 4 octubre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s-MX" dirty="0">
              <a:sym typeface="Wingdings" panose="05000000000000000000" pitchFamily="2" charset="2"/>
            </a:endParaRPr>
          </a:p>
          <a:p>
            <a:r>
              <a:rPr lang="es-MX" b="1" dirty="0">
                <a:sym typeface="Wingdings" panose="05000000000000000000" pitchFamily="2" charset="2"/>
              </a:rPr>
              <a:t>Liquidación bloqueo Local (Actual)</a:t>
            </a:r>
          </a:p>
          <a:p>
            <a:r>
              <a:rPr lang="es-MX" dirty="0">
                <a:sym typeface="Wingdings" panose="05000000000000000000" pitchFamily="2" charset="2"/>
              </a:rPr>
              <a:t>Inicio: Lunes 4 mayo</a:t>
            </a:r>
          </a:p>
          <a:p>
            <a:r>
              <a:rPr lang="es-MX" dirty="0">
                <a:sym typeface="Wingdings" panose="05000000000000000000" pitchFamily="2" charset="2"/>
              </a:rPr>
              <a:t>Termina: Domingo 5 Julio</a:t>
            </a:r>
          </a:p>
          <a:p>
            <a:r>
              <a:rPr lang="es-MX" dirty="0">
                <a:sym typeface="Wingdings" panose="05000000000000000000" pitchFamily="2" charset="2"/>
              </a:rPr>
              <a:t> Nueva liquidación lunes 6 julio hasta domingo 6 setiembre</a:t>
            </a:r>
          </a:p>
        </p:txBody>
      </p:sp>
    </p:spTree>
    <p:extLst>
      <p:ext uri="{BB962C8B-B14F-4D97-AF65-F5344CB8AC3E}">
        <p14:creationId xmlns:p14="http://schemas.microsoft.com/office/powerpoint/2010/main" val="3554022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B3356-6DCD-E777-BCDB-42B95D5AC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D583E7E-DB71-9066-CFD2-E883A17E9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53" y="1475934"/>
            <a:ext cx="10945753" cy="336279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FEE691A-432A-4C18-A317-824D7322E1C9}"/>
              </a:ext>
            </a:extLst>
          </p:cNvPr>
          <p:cNvSpPr txBox="1"/>
          <p:nvPr/>
        </p:nvSpPr>
        <p:spPr>
          <a:xfrm>
            <a:off x="655983" y="1106602"/>
            <a:ext cx="4651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FORMATO DE CAMPAÑAS</a:t>
            </a:r>
            <a:endParaRPr lang="es-PE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1EE400B-01CB-F192-7C49-79DB9911BBFA}"/>
              </a:ext>
            </a:extLst>
          </p:cNvPr>
          <p:cNvSpPr txBox="1"/>
          <p:nvPr/>
        </p:nvSpPr>
        <p:spPr>
          <a:xfrm>
            <a:off x="967409" y="4884894"/>
            <a:ext cx="4565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CAMPAÑA DE OBSOLETOS JUNIO-JULIO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77143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395FDC-4D27-1A0E-872B-7574AABBE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54" y="762689"/>
            <a:ext cx="9201423" cy="244433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C8E4F4C-3D49-8C47-8A1A-3C8F1384A8AF}"/>
              </a:ext>
            </a:extLst>
          </p:cNvPr>
          <p:cNvSpPr txBox="1"/>
          <p:nvPr/>
        </p:nvSpPr>
        <p:spPr>
          <a:xfrm>
            <a:off x="3473725" y="2924524"/>
            <a:ext cx="2431775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MX" dirty="0"/>
              <a:t>Numero de semana</a:t>
            </a:r>
            <a:endParaRPr lang="es-PE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65A3041-F7DD-08C3-EFA8-54EE44938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38" y="3544268"/>
            <a:ext cx="4253235" cy="275051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5AF5A68-A02E-EB28-6AEB-6317A80A40EE}"/>
              </a:ext>
            </a:extLst>
          </p:cNvPr>
          <p:cNvSpPr txBox="1"/>
          <p:nvPr/>
        </p:nvSpPr>
        <p:spPr>
          <a:xfrm>
            <a:off x="4760843" y="3888473"/>
            <a:ext cx="2289314" cy="230832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MX" sz="1600" dirty="0"/>
              <a:t>Gráfico o tabla comparativo para GOR, GOS, FORMATO (HIPER, SUPER, VIVANDA, MINI…) y tiendas</a:t>
            </a:r>
            <a:r>
              <a:rPr lang="es-MX" sz="1600" dirty="0">
                <a:sym typeface="Wingdings" panose="05000000000000000000" pitchFamily="2" charset="2"/>
              </a:rPr>
              <a:t> stock nominal, variación LA ULTIMA SEMANA Y variación DESDE QUE INICIO la campaña</a:t>
            </a:r>
            <a:endParaRPr lang="es-PE" sz="16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05BB555-1A23-55C5-DFE6-7EFF8498E377}"/>
              </a:ext>
            </a:extLst>
          </p:cNvPr>
          <p:cNvSpPr txBox="1"/>
          <p:nvPr/>
        </p:nvSpPr>
        <p:spPr>
          <a:xfrm>
            <a:off x="292638" y="177914"/>
            <a:ext cx="1443396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MX" sz="1600" dirty="0"/>
              <a:t>STOCK A LA FECHA</a:t>
            </a:r>
            <a:endParaRPr lang="es-PE" sz="16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9674A39-B7FD-E5B8-C057-8B469B944488}"/>
              </a:ext>
            </a:extLst>
          </p:cNvPr>
          <p:cNvSpPr txBox="1"/>
          <p:nvPr/>
        </p:nvSpPr>
        <p:spPr>
          <a:xfrm>
            <a:off x="292638" y="1543867"/>
            <a:ext cx="1443396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MX" sz="1600" dirty="0"/>
              <a:t>VAR STOCK EN LA ULTIMA SEMANA</a:t>
            </a:r>
            <a:endParaRPr lang="es-PE" sz="16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CED6BF3-B9F4-7EF6-19D7-9FB5077A3A49}"/>
              </a:ext>
            </a:extLst>
          </p:cNvPr>
          <p:cNvSpPr txBox="1"/>
          <p:nvPr/>
        </p:nvSpPr>
        <p:spPr>
          <a:xfrm>
            <a:off x="292638" y="2462859"/>
            <a:ext cx="1443396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MX" sz="1600" dirty="0"/>
              <a:t>VAR STOCK DESDE QUE INICIO</a:t>
            </a:r>
            <a:endParaRPr lang="es-PE" sz="16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BD34C98-52ED-DA6F-20CE-978B46E7B2C2}"/>
              </a:ext>
            </a:extLst>
          </p:cNvPr>
          <p:cNvSpPr txBox="1"/>
          <p:nvPr/>
        </p:nvSpPr>
        <p:spPr>
          <a:xfrm>
            <a:off x="7212496" y="3888473"/>
            <a:ext cx="1600200" cy="230832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MX" sz="1600" dirty="0"/>
              <a:t>Gráfico o tabla comparativo por temporadas</a:t>
            </a:r>
          </a:p>
          <a:p>
            <a:r>
              <a:rPr lang="es-MX" sz="1600" dirty="0">
                <a:sym typeface="Wingdings" panose="05000000000000000000" pitchFamily="2" charset="2"/>
              </a:rPr>
              <a:t> stock, variación LA ULTIMA SEMANA Y DESDE QUE INICIO</a:t>
            </a:r>
            <a:endParaRPr lang="es-PE" sz="16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D1870F5-20A9-C94E-BCEE-E3462EEA155A}"/>
              </a:ext>
            </a:extLst>
          </p:cNvPr>
          <p:cNvSpPr txBox="1"/>
          <p:nvPr/>
        </p:nvSpPr>
        <p:spPr>
          <a:xfrm>
            <a:off x="9067800" y="3888473"/>
            <a:ext cx="1600200" cy="255454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MX" sz="1600" dirty="0"/>
              <a:t>Gráfico o tabla comparativo por jerarquía producto</a:t>
            </a:r>
          </a:p>
          <a:p>
            <a:r>
              <a:rPr lang="es-MX" sz="1600" dirty="0">
                <a:sym typeface="Wingdings" panose="05000000000000000000" pitchFamily="2" charset="2"/>
              </a:rPr>
              <a:t> stock, variación LA ULTIMA SEMANA Y DESDE QUE INICIO</a:t>
            </a:r>
            <a:endParaRPr lang="es-PE" sz="16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C2E33BF9-A5A3-B963-33C2-2769C0FD1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3872" y="4485859"/>
            <a:ext cx="1702034" cy="1898121"/>
          </a:xfrm>
          <a:prstGeom prst="rect">
            <a:avLst/>
          </a:prstGeom>
        </p:spPr>
      </p:pic>
      <p:sp>
        <p:nvSpPr>
          <p:cNvPr id="17" name="Estrella: 5 puntas 16">
            <a:extLst>
              <a:ext uri="{FF2B5EF4-FFF2-40B4-BE49-F238E27FC236}">
                <a16:creationId xmlns:a16="http://schemas.microsoft.com/office/drawing/2014/main" id="{EFCB67BF-4421-C1D2-51D2-D22F51708EAF}"/>
              </a:ext>
            </a:extLst>
          </p:cNvPr>
          <p:cNvSpPr/>
          <p:nvPr/>
        </p:nvSpPr>
        <p:spPr>
          <a:xfrm>
            <a:off x="11708296" y="6157190"/>
            <a:ext cx="191066" cy="17087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EFA9F4E-3AAF-CEFF-5BF0-5F96F484E9C9}"/>
              </a:ext>
            </a:extLst>
          </p:cNvPr>
          <p:cNvSpPr txBox="1"/>
          <p:nvPr/>
        </p:nvSpPr>
        <p:spPr>
          <a:xfrm>
            <a:off x="292638" y="843824"/>
            <a:ext cx="1443396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MX" sz="1600" dirty="0"/>
              <a:t>DOH A LA FECHA</a:t>
            </a:r>
            <a:endParaRPr lang="es-PE" sz="1600" dirty="0"/>
          </a:p>
        </p:txBody>
      </p:sp>
      <p:sp>
        <p:nvSpPr>
          <p:cNvPr id="20" name="Estrella: 5 puntas 19">
            <a:extLst>
              <a:ext uri="{FF2B5EF4-FFF2-40B4-BE49-F238E27FC236}">
                <a16:creationId xmlns:a16="http://schemas.microsoft.com/office/drawing/2014/main" id="{CE413144-C807-C1DF-BAB6-A62596028F73}"/>
              </a:ext>
            </a:extLst>
          </p:cNvPr>
          <p:cNvSpPr/>
          <p:nvPr/>
        </p:nvSpPr>
        <p:spPr>
          <a:xfrm>
            <a:off x="11381018" y="4748652"/>
            <a:ext cx="191066" cy="17087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Estrella: 5 puntas 20">
            <a:extLst>
              <a:ext uri="{FF2B5EF4-FFF2-40B4-BE49-F238E27FC236}">
                <a16:creationId xmlns:a16="http://schemas.microsoft.com/office/drawing/2014/main" id="{65C96F1F-6EE6-B5F5-F6C4-7AF61ACF1AC7}"/>
              </a:ext>
            </a:extLst>
          </p:cNvPr>
          <p:cNvSpPr/>
          <p:nvPr/>
        </p:nvSpPr>
        <p:spPr>
          <a:xfrm>
            <a:off x="11221420" y="4994872"/>
            <a:ext cx="191066" cy="17087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Estrella: 5 puntas 21">
            <a:extLst>
              <a:ext uri="{FF2B5EF4-FFF2-40B4-BE49-F238E27FC236}">
                <a16:creationId xmlns:a16="http://schemas.microsoft.com/office/drawing/2014/main" id="{8D0A7A90-8FC3-2AF5-2E70-2F07DEA9360A}"/>
              </a:ext>
            </a:extLst>
          </p:cNvPr>
          <p:cNvSpPr/>
          <p:nvPr/>
        </p:nvSpPr>
        <p:spPr>
          <a:xfrm>
            <a:off x="11316953" y="5241092"/>
            <a:ext cx="191066" cy="17087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31431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0B3B40C-756D-8434-048C-7EF31E03F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33" y="318052"/>
            <a:ext cx="2430965" cy="578457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CB3E50B-E929-B44E-5275-E1B809470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313" y="314932"/>
            <a:ext cx="2238687" cy="1438476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5F1AF8DA-6AC3-9236-00E6-8A20A251E687}"/>
              </a:ext>
            </a:extLst>
          </p:cNvPr>
          <p:cNvCxnSpPr>
            <a:cxnSpLocks/>
          </p:cNvCxnSpPr>
          <p:nvPr/>
        </p:nvCxnSpPr>
        <p:spPr>
          <a:xfrm flipV="1">
            <a:off x="2745841" y="854765"/>
            <a:ext cx="1004524" cy="9939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5DA66B9-FFDA-A98C-9325-7A93F80F1D3D}"/>
              </a:ext>
            </a:extLst>
          </p:cNvPr>
          <p:cNvSpPr/>
          <p:nvPr/>
        </p:nvSpPr>
        <p:spPr>
          <a:xfrm>
            <a:off x="507033" y="4200939"/>
            <a:ext cx="2430965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096B1B-2DFA-D6B6-D3A5-6EC9398A83D5}"/>
              </a:ext>
            </a:extLst>
          </p:cNvPr>
          <p:cNvSpPr txBox="1"/>
          <p:nvPr/>
        </p:nvSpPr>
        <p:spPr>
          <a:xfrm>
            <a:off x="3866554" y="2828835"/>
            <a:ext cx="4458892" cy="120032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dirty="0"/>
              <a:t>FILTRO: CIUDADES, </a:t>
            </a:r>
            <a:r>
              <a:rPr lang="es-PE" dirty="0" err="1"/>
              <a:t>cluster</a:t>
            </a:r>
            <a:r>
              <a:rPr lang="es-PE" dirty="0"/>
              <a:t>, jerarquía de productos, fecha, campaña (), TIPO DE CAMPAÑA (Obsoleto, Bloqueo local)</a:t>
            </a:r>
          </a:p>
          <a:p>
            <a:endParaRPr lang="es-PE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48D3D05-18A8-FBD0-CAA3-C767027226E2}"/>
              </a:ext>
            </a:extLst>
          </p:cNvPr>
          <p:cNvSpPr txBox="1"/>
          <p:nvPr/>
        </p:nvSpPr>
        <p:spPr>
          <a:xfrm>
            <a:off x="3875795" y="4741542"/>
            <a:ext cx="4458892" cy="92333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dirty="0"/>
              <a:t>HACER EL REPORTE PARA STOCK VALORIZADO Y STOCK UNIDADES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310289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8451F55413CCE40B32872F2EE2F7B17" ma:contentTypeVersion="14" ma:contentTypeDescription="Crear nuevo documento." ma:contentTypeScope="" ma:versionID="969693e52f69943e32048b02ca88382a">
  <xsd:schema xmlns:xsd="http://www.w3.org/2001/XMLSchema" xmlns:xs="http://www.w3.org/2001/XMLSchema" xmlns:p="http://schemas.microsoft.com/office/2006/metadata/properties" xmlns:ns2="8574a8e8-5383-43f9-82c2-17454492c82a" xmlns:ns3="d25c0998-d329-4608-bd73-3e8a880c0119" targetNamespace="http://schemas.microsoft.com/office/2006/metadata/properties" ma:root="true" ma:fieldsID="069909415eb877d2dc8b3adebaeaef02" ns2:_="" ns3:_="">
    <xsd:import namespace="8574a8e8-5383-43f9-82c2-17454492c82a"/>
    <xsd:import namespace="d25c0998-d329-4608-bd73-3e8a880c01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74a8e8-5383-43f9-82c2-17454492c8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Etiquetas de imagen" ma:readOnly="false" ma:fieldId="{5cf76f15-5ced-4ddc-b409-7134ff3c332f}" ma:taxonomyMulti="true" ma:sspId="9ecfcf50-3ae4-46b1-98e5-a512559b6c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5c0998-d329-4608-bd73-3e8a880c0119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74349b7-f6f9-4818-9607-755bdfad0d86}" ma:internalName="TaxCatchAll" ma:showField="CatchAllData" ma:web="d25c0998-d329-4608-bd73-3e8a880c01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5c0998-d329-4608-bd73-3e8a880c0119" xsi:nil="true"/>
    <lcf76f155ced4ddcb4097134ff3c332f xmlns="8574a8e8-5383-43f9-82c2-17454492c82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0C0C05F-EC17-4BAF-9D9A-881FD0BBC722}"/>
</file>

<file path=customXml/itemProps2.xml><?xml version="1.0" encoding="utf-8"?>
<ds:datastoreItem xmlns:ds="http://schemas.openxmlformats.org/officeDocument/2006/customXml" ds:itemID="{B2490C28-7665-4D9D-8746-6AA3D1F60DAF}"/>
</file>

<file path=customXml/itemProps3.xml><?xml version="1.0" encoding="utf-8"?>
<ds:datastoreItem xmlns:ds="http://schemas.openxmlformats.org/officeDocument/2006/customXml" ds:itemID="{EB27162C-7BB4-40B2-A172-12907B562B2B}"/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258</Words>
  <Application>Microsoft Office PowerPoint</Application>
  <PresentationFormat>Panorámica</PresentationFormat>
  <Paragraphs>32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Enrique Paredes</dc:creator>
  <cp:lastModifiedBy>Enrique Paredes</cp:lastModifiedBy>
  <cp:revision>2</cp:revision>
  <dcterms:created xsi:type="dcterms:W3CDTF">2026-05-19T20:47:44Z</dcterms:created>
  <dcterms:modified xsi:type="dcterms:W3CDTF">2026-06-03T20:41:43Z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0x01010018451F55413CCE40B32872F2EE2F7B17</vt:lpwstr>
  </property>
</Properties>
</file>