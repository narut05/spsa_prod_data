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54311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521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0835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7998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9653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44814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6159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43957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2504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21205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1206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AB71C-5B1D-40AD-874A-D035BD6B1BFC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F8174-1FDE-4F86-88DB-FE4384D431B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95345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3043260" y="341820"/>
            <a:ext cx="5557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b="1" i="0" dirty="0" smtClean="0">
                <a:solidFill>
                  <a:srgbClr val="4B4B4B"/>
                </a:solidFill>
                <a:effectLst/>
                <a:latin typeface="Open Sans"/>
              </a:rPr>
              <a:t>Gestión de liquidación Obsoletos / Bloqueo local</a:t>
            </a:r>
            <a:endParaRPr lang="es-PE" dirty="0"/>
          </a:p>
        </p:txBody>
      </p:sp>
      <p:sp>
        <p:nvSpPr>
          <p:cNvPr id="5" name="Rectángulo redondeado 4"/>
          <p:cNvSpPr/>
          <p:nvPr/>
        </p:nvSpPr>
        <p:spPr>
          <a:xfrm>
            <a:off x="550780" y="1614655"/>
            <a:ext cx="1667108" cy="3864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Campaña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324542" y="341820"/>
            <a:ext cx="2119583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PE" sz="1200" dirty="0" smtClean="0"/>
              <a:t>Comentario: La campaña de ahora es: OPERATIVO LIQUIDACION OBSOLETOS JUNIO-JULIO; OPERATIVO LIQUIDACION BLOQUEO LOCAL JULIO-AGOSTO;</a:t>
            </a:r>
            <a:endParaRPr lang="es-PE" sz="1200" dirty="0"/>
          </a:p>
        </p:txBody>
      </p:sp>
      <p:sp>
        <p:nvSpPr>
          <p:cNvPr id="7" name="Rectángulo redondeado 6"/>
          <p:cNvSpPr/>
          <p:nvPr/>
        </p:nvSpPr>
        <p:spPr>
          <a:xfrm>
            <a:off x="550780" y="2071706"/>
            <a:ext cx="1667108" cy="3864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Año</a:t>
            </a:r>
            <a:endParaRPr lang="es-PE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53" y="2627459"/>
            <a:ext cx="1667108" cy="2514951"/>
          </a:xfrm>
          <a:prstGeom prst="rect">
            <a:avLst/>
          </a:prstGeom>
        </p:spPr>
      </p:pic>
      <p:sp>
        <p:nvSpPr>
          <p:cNvPr id="10" name="Rectángulo redondeado 9"/>
          <p:cNvSpPr/>
          <p:nvPr/>
        </p:nvSpPr>
        <p:spPr>
          <a:xfrm>
            <a:off x="2672621" y="813469"/>
            <a:ext cx="1734532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err="1" smtClean="0"/>
              <a:t>Cant</a:t>
            </a:r>
            <a:r>
              <a:rPr lang="es-PE" dirty="0" smtClean="0"/>
              <a:t>. Locales en campaña</a:t>
            </a:r>
          </a:p>
          <a:p>
            <a:pPr algn="ctr"/>
            <a:r>
              <a:rPr lang="es-PE" b="1" dirty="0" smtClean="0"/>
              <a:t>103</a:t>
            </a:r>
            <a:endParaRPr lang="es-PE" b="1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5099461" y="964916"/>
            <a:ext cx="2004811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% y </a:t>
            </a:r>
            <a:r>
              <a:rPr lang="es-PE" dirty="0" err="1" smtClean="0"/>
              <a:t>Cant</a:t>
            </a:r>
            <a:r>
              <a:rPr lang="es-PE" dirty="0" smtClean="0"/>
              <a:t>. Locales Realizadas: 95 / 96% </a:t>
            </a:r>
            <a:endParaRPr lang="es-PE" dirty="0"/>
          </a:p>
        </p:txBody>
      </p:sp>
      <p:sp>
        <p:nvSpPr>
          <p:cNvPr id="12" name="Rectángulo redondeado 11"/>
          <p:cNvSpPr/>
          <p:nvPr/>
        </p:nvSpPr>
        <p:spPr>
          <a:xfrm>
            <a:off x="9295796" y="964915"/>
            <a:ext cx="2329949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% y </a:t>
            </a:r>
            <a:r>
              <a:rPr lang="es-PE" dirty="0" err="1" smtClean="0"/>
              <a:t>Cant</a:t>
            </a:r>
            <a:r>
              <a:rPr lang="es-PE" dirty="0" smtClean="0"/>
              <a:t>. Locales Canceladas: </a:t>
            </a:r>
            <a:r>
              <a:rPr lang="es-PE" dirty="0" err="1" smtClean="0"/>
              <a:t>cant</a:t>
            </a:r>
            <a:r>
              <a:rPr lang="es-PE" dirty="0" smtClean="0"/>
              <a:t> y %</a:t>
            </a:r>
            <a:endParaRPr lang="es-PE" dirty="0"/>
          </a:p>
        </p:txBody>
      </p:sp>
      <p:sp>
        <p:nvSpPr>
          <p:cNvPr id="13" name="Rectángulo redondeado 12"/>
          <p:cNvSpPr/>
          <p:nvPr/>
        </p:nvSpPr>
        <p:spPr>
          <a:xfrm>
            <a:off x="7211505" y="964915"/>
            <a:ext cx="1913083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% y </a:t>
            </a:r>
            <a:r>
              <a:rPr lang="es-PE" dirty="0" err="1" smtClean="0"/>
              <a:t>Cant</a:t>
            </a:r>
            <a:r>
              <a:rPr lang="es-PE" dirty="0" smtClean="0"/>
              <a:t>. Locales No realizaron: 7/ 6%</a:t>
            </a:r>
            <a:endParaRPr lang="es-PE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098" y="1834745"/>
            <a:ext cx="6621698" cy="1867161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098" y="3772181"/>
            <a:ext cx="2741602" cy="2920579"/>
          </a:xfrm>
          <a:prstGeom prst="rect">
            <a:avLst/>
          </a:prstGeom>
        </p:spPr>
      </p:pic>
      <p:sp>
        <p:nvSpPr>
          <p:cNvPr id="17" name="Rectángulo redondeado 16"/>
          <p:cNvSpPr/>
          <p:nvPr/>
        </p:nvSpPr>
        <p:spPr>
          <a:xfrm>
            <a:off x="5682616" y="3772180"/>
            <a:ext cx="3536798" cy="1370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 smtClean="0"/>
              <a:t>Observadas:</a:t>
            </a:r>
          </a:p>
          <a:p>
            <a:pPr algn="ctr"/>
            <a:r>
              <a:rPr lang="es-PE" dirty="0" smtClean="0"/>
              <a:t>Tabla de las tiendas que le dieron que </a:t>
            </a:r>
            <a:r>
              <a:rPr lang="es-PE" b="1" dirty="0" smtClean="0"/>
              <a:t>“NO” </a:t>
            </a:r>
            <a:r>
              <a:rPr lang="es-PE" dirty="0" smtClean="0"/>
              <a:t>y su Comentario.</a:t>
            </a:r>
            <a:endParaRPr lang="es-PE" dirty="0"/>
          </a:p>
        </p:txBody>
      </p:sp>
      <p:sp>
        <p:nvSpPr>
          <p:cNvPr id="19" name="Rectángulo 18"/>
          <p:cNvSpPr/>
          <p:nvPr/>
        </p:nvSpPr>
        <p:spPr>
          <a:xfrm>
            <a:off x="9752006" y="6039057"/>
            <a:ext cx="1904214" cy="4311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LINK FOTOS</a:t>
            </a:r>
            <a:endParaRPr lang="es-PE" dirty="0"/>
          </a:p>
        </p:txBody>
      </p:sp>
      <p:sp>
        <p:nvSpPr>
          <p:cNvPr id="20" name="Rectángulo 19"/>
          <p:cNvSpPr/>
          <p:nvPr/>
        </p:nvSpPr>
        <p:spPr>
          <a:xfrm>
            <a:off x="9120712" y="305656"/>
            <a:ext cx="2680118" cy="4311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Actualizado a: fecha</a:t>
            </a:r>
            <a:endParaRPr lang="es-PE" dirty="0"/>
          </a:p>
        </p:txBody>
      </p:sp>
      <p:cxnSp>
        <p:nvCxnSpPr>
          <p:cNvPr id="23" name="Conector recto de flecha 22"/>
          <p:cNvCxnSpPr/>
          <p:nvPr/>
        </p:nvCxnSpPr>
        <p:spPr>
          <a:xfrm flipH="1">
            <a:off x="2007909" y="1436717"/>
            <a:ext cx="209979" cy="4154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redondeado 23"/>
          <p:cNvSpPr/>
          <p:nvPr/>
        </p:nvSpPr>
        <p:spPr>
          <a:xfrm>
            <a:off x="5682616" y="5232470"/>
            <a:ext cx="3536798" cy="13391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 smtClean="0"/>
              <a:t>Canceladas:</a:t>
            </a:r>
          </a:p>
          <a:p>
            <a:pPr algn="ctr"/>
            <a:r>
              <a:rPr lang="es-PE" dirty="0" smtClean="0"/>
              <a:t>Tabla de las tiendas que le dieron que “NO” y su Comentario.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511233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8451F55413CCE40B32872F2EE2F7B17" ma:contentTypeVersion="14" ma:contentTypeDescription="Crear nuevo documento." ma:contentTypeScope="" ma:versionID="969693e52f69943e32048b02ca88382a">
  <xsd:schema xmlns:xsd="http://www.w3.org/2001/XMLSchema" xmlns:xs="http://www.w3.org/2001/XMLSchema" xmlns:p="http://schemas.microsoft.com/office/2006/metadata/properties" xmlns:ns2="8574a8e8-5383-43f9-82c2-17454492c82a" xmlns:ns3="d25c0998-d329-4608-bd73-3e8a880c0119" targetNamespace="http://schemas.microsoft.com/office/2006/metadata/properties" ma:root="true" ma:fieldsID="069909415eb877d2dc8b3adebaeaef02" ns2:_="" ns3:_="">
    <xsd:import namespace="8574a8e8-5383-43f9-82c2-17454492c82a"/>
    <xsd:import namespace="d25c0998-d329-4608-bd73-3e8a880c01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74a8e8-5383-43f9-82c2-17454492c8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9ecfcf50-3ae4-46b1-98e5-a512559b6c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5c0998-d329-4608-bd73-3e8a880c0119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74349b7-f6f9-4818-9607-755bdfad0d86}" ma:internalName="TaxCatchAll" ma:showField="CatchAllData" ma:web="d25c0998-d329-4608-bd73-3e8a880c01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5c0998-d329-4608-bd73-3e8a880c0119" xsi:nil="true"/>
    <lcf76f155ced4ddcb4097134ff3c332f xmlns="8574a8e8-5383-43f9-82c2-17454492c82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7269156-4E38-4D3C-A87C-7DE69B75D78C}"/>
</file>

<file path=customXml/itemProps2.xml><?xml version="1.0" encoding="utf-8"?>
<ds:datastoreItem xmlns:ds="http://schemas.openxmlformats.org/officeDocument/2006/customXml" ds:itemID="{AC492D1E-A6FD-470C-B7AD-E3B09198BFF2}"/>
</file>

<file path=customXml/itemProps3.xml><?xml version="1.0" encoding="utf-8"?>
<ds:datastoreItem xmlns:ds="http://schemas.openxmlformats.org/officeDocument/2006/customXml" ds:itemID="{859C0450-DB11-4A35-87FA-CF45D9967A20}"/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107</Words>
  <Application>Microsoft Office PowerPoint</Application>
  <PresentationFormat>Panorámica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Open Sans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Enrique Paredes</dc:creator>
  <cp:lastModifiedBy>Enrique Paredes</cp:lastModifiedBy>
  <cp:revision>8</cp:revision>
  <dcterms:created xsi:type="dcterms:W3CDTF">2026-06-08T13:38:30Z</dcterms:created>
  <dcterms:modified xsi:type="dcterms:W3CDTF">2026-06-09T16:43:57Z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0x01010018451F55413CCE40B32872F2EE2F7B17</vt:lpwstr>
  </property>
</Properties>
</file>